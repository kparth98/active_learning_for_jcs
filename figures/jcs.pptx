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9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678C-1BDA-D363-0EDD-8610AF431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909AE-8A67-21A8-BD6F-45BEAAD8D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FA5A2-1B7E-51E4-3057-0DD4108D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8CE82-D0A7-932D-47CE-D12CEF77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B26F4-E7A9-E11E-CC4B-D9791B74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1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CE7C-3EA0-EC47-29CD-C1BD511D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16A26-EF0B-0001-A61F-C01834A4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6A7FA-3470-4AC2-6969-C9E41845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6DC8-5DBA-16B1-72E5-9852F039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FDC8D-D939-1100-FD66-5B912B0D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9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86D6-3465-D584-C505-DDC55F3E9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87061-3AA6-2E2E-0443-2BBBCF1A2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723F4-20D4-C075-8CB5-EFACBCE1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B89E4-2CFF-EB6A-9615-F693CCAB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2460F-638A-2066-B180-7097C7F8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1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FE53-B6D6-6F72-B6F9-599F8A24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E0AE3-1F59-EFF7-F598-AE0DB65BC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BDC7C-F498-2D13-1329-3A374A90E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760C1-8825-E294-9AF3-B389833D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62052-CBFD-EAB0-5344-24066C74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1231F-F715-3BCC-2A27-A6781B45B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4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0302-1DC8-D0E5-98B4-F4672B7F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FB314-1A0A-C461-6E72-6A1161A6A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88E8B-A4EE-256B-01A9-2E760E484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B3B2C-8DEB-E0D4-4FBC-5C5C361F1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9C332-DA4F-6ED9-B60A-3FEB66AF7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480BF-CBC0-DFB5-2312-2A504D36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C2260-5B44-644A-7EB6-0A5936A0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8A52D-B448-BFE6-E87E-AD873466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32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0BF2-7DC8-9E70-A5A3-C92037A1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AC9F3D-D512-B178-38EF-C392A2F0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20807-5619-6B31-6847-7EB68EFB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3A2BA-B8D8-8355-868C-2EEFD9F6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8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DADFC6-AC1E-9D9A-11F8-1A10F08E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34718-4F2D-BD2B-A09F-1EE40EFB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15C94-DDD6-5940-67B9-FCD267ED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4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E5EF-249A-65EF-E49F-2B0E59C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DFB1F-7A5B-094B-4F1F-4CA97EACA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45A15-AF8E-4B81-AB7C-E44E7F717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54ED0-FC3F-4B2A-345E-61FDF8D4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11D91-25F0-60FF-5478-02976581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0BC03-3797-4A47-D3AB-106CD775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9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2E63-3554-8F4F-5873-A65DE8F43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BB481-8E4A-F275-7F01-3D8271D33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C88FD-091F-7AB0-D56D-B24595C17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320B4-4146-3FA0-A253-2FD8610B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E36A8-EF84-F3BD-85F1-06110A68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72219-0C87-C015-144D-EA444C3B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3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71BB8-12D6-3FD3-7B4D-5C979EA1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B992D-71A9-8E50-F536-0E400994A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8691B-3240-F468-2916-9A071C6C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C839F-D70A-09EA-A359-DB3AFEB0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1D261-98F5-55CB-29E5-FD0B7EC4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9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4F20F-7420-3ECC-A725-AD226CF41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ED0BB-0168-941F-3A88-67E037E4F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95765-8056-7B46-2A74-EE8ECF20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EDF8D-CC11-51FB-FE42-50729305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C57C5-8385-1431-A34B-D9E8C399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9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D85455-B0B8-8E55-CDA1-C8A02D90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87808-8AE4-9EC1-EE3E-E1638466C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B552-817D-3519-FE12-473AB7A0F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6BC35-B578-4E5C-9853-DB304A437934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A5591-100A-F0EB-BFAD-6BD54BFE9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8E462-1FD0-AB4B-55BE-210F9D0D0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E7873-7613-428C-8A64-328CCE8F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4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BF52-237B-BAA3-0C3A-960E0D5F9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A9D32-622B-D0A4-4B00-08698E7C2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92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9939-3948-EA58-8D4A-03689DB7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163A0B02-C6D0-601E-6869-944A4E835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B28425-4859-A948-4575-12A94343A947}"/>
              </a:ext>
            </a:extLst>
          </p:cNvPr>
          <p:cNvSpPr/>
          <p:nvPr/>
        </p:nvSpPr>
        <p:spPr>
          <a:xfrm>
            <a:off x="4119154" y="2198915"/>
            <a:ext cx="1937657" cy="3348446"/>
          </a:xfrm>
          <a:prstGeom prst="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D411D-6ED1-AD50-ED37-600D90F32E74}"/>
              </a:ext>
            </a:extLst>
          </p:cNvPr>
          <p:cNvSpPr/>
          <p:nvPr/>
        </p:nvSpPr>
        <p:spPr>
          <a:xfrm>
            <a:off x="6344195" y="2198915"/>
            <a:ext cx="1937657" cy="3348446"/>
          </a:xfrm>
          <a:prstGeom prst="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2A47CA-7627-72D3-D2C1-1D1CF510B94B}"/>
              </a:ext>
            </a:extLst>
          </p:cNvPr>
          <p:cNvSpPr/>
          <p:nvPr/>
        </p:nvSpPr>
        <p:spPr>
          <a:xfrm>
            <a:off x="6056811" y="2198915"/>
            <a:ext cx="287384" cy="334844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7004D0-D69B-387D-E8DA-8DD81CB15B95}"/>
              </a:ext>
            </a:extLst>
          </p:cNvPr>
          <p:cNvSpPr/>
          <p:nvPr/>
        </p:nvSpPr>
        <p:spPr>
          <a:xfrm>
            <a:off x="3958046" y="2198915"/>
            <a:ext cx="156754" cy="334844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FA24B0-A69C-0462-E56F-7379542A571C}"/>
              </a:ext>
            </a:extLst>
          </p:cNvPr>
          <p:cNvSpPr/>
          <p:nvPr/>
        </p:nvSpPr>
        <p:spPr>
          <a:xfrm>
            <a:off x="8290560" y="2198915"/>
            <a:ext cx="126276" cy="334844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A3A13B-3D74-B860-85AE-3A849F1FA945}"/>
              </a:ext>
            </a:extLst>
          </p:cNvPr>
          <p:cNvCxnSpPr>
            <a:cxnSpLocks/>
          </p:cNvCxnSpPr>
          <p:nvPr/>
        </p:nvCxnSpPr>
        <p:spPr>
          <a:xfrm>
            <a:off x="4297680" y="2704011"/>
            <a:ext cx="32961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64C905-EEBB-B63B-29A0-BBDF2B15DC13}"/>
              </a:ext>
            </a:extLst>
          </p:cNvPr>
          <p:cNvCxnSpPr>
            <a:cxnSpLocks/>
          </p:cNvCxnSpPr>
          <p:nvPr/>
        </p:nvCxnSpPr>
        <p:spPr>
          <a:xfrm>
            <a:off x="4397828" y="5307874"/>
            <a:ext cx="34921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268C34-5AD4-1A4A-8112-900BC0F67020}"/>
              </a:ext>
            </a:extLst>
          </p:cNvPr>
          <p:cNvCxnSpPr/>
          <p:nvPr/>
        </p:nvCxnSpPr>
        <p:spPr>
          <a:xfrm>
            <a:off x="4876800" y="2730137"/>
            <a:ext cx="0" cy="25777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FB2C26-764E-06E9-EA3A-11703DD07FEB}"/>
                  </a:ext>
                </a:extLst>
              </p:cNvPr>
              <p:cNvSpPr txBox="1"/>
              <p:nvPr/>
            </p:nvSpPr>
            <p:spPr>
              <a:xfrm>
                <a:off x="4992900" y="3241766"/>
                <a:ext cx="184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FB2C26-764E-06E9-EA3A-11703DD0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900" y="3241766"/>
                <a:ext cx="184346" cy="276999"/>
              </a:xfrm>
              <a:prstGeom prst="rect">
                <a:avLst/>
              </a:prstGeom>
              <a:blipFill>
                <a:blip r:embed="rId3"/>
                <a:stretch>
                  <a:fillRect l="-30000" r="-3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82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EE93F-2481-4F56-7BCD-85343CB16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033" y="1071573"/>
            <a:ext cx="4989789" cy="406648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5782F2-A407-B79A-ED6C-3C3D7F79E90A}"/>
              </a:ext>
            </a:extLst>
          </p:cNvPr>
          <p:cNvSpPr/>
          <p:nvPr/>
        </p:nvSpPr>
        <p:spPr>
          <a:xfrm>
            <a:off x="1602377" y="1188720"/>
            <a:ext cx="1937657" cy="3348446"/>
          </a:xfrm>
          <a:prstGeom prst="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460B07-D76C-226D-65F3-75076BD7A194}"/>
              </a:ext>
            </a:extLst>
          </p:cNvPr>
          <p:cNvSpPr/>
          <p:nvPr/>
        </p:nvSpPr>
        <p:spPr>
          <a:xfrm>
            <a:off x="3784146" y="1188720"/>
            <a:ext cx="1980929" cy="3348446"/>
          </a:xfrm>
          <a:prstGeom prst="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11C1E8-A8FD-62E9-3143-5D403184DA9F}"/>
              </a:ext>
            </a:extLst>
          </p:cNvPr>
          <p:cNvSpPr/>
          <p:nvPr/>
        </p:nvSpPr>
        <p:spPr>
          <a:xfrm>
            <a:off x="3540034" y="1188720"/>
            <a:ext cx="244112" cy="334844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2512A5-A4AE-91EC-8DB7-8BFAEA12C6D9}"/>
              </a:ext>
            </a:extLst>
          </p:cNvPr>
          <p:cNvSpPr/>
          <p:nvPr/>
        </p:nvSpPr>
        <p:spPr>
          <a:xfrm>
            <a:off x="1441269" y="1188720"/>
            <a:ext cx="156754" cy="334844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780E24-5356-D79E-620F-A8972B382964}"/>
              </a:ext>
            </a:extLst>
          </p:cNvPr>
          <p:cNvSpPr/>
          <p:nvPr/>
        </p:nvSpPr>
        <p:spPr>
          <a:xfrm>
            <a:off x="5773783" y="1188720"/>
            <a:ext cx="126276" cy="334844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836442-D425-3C94-06F2-BD76E8330CD2}"/>
              </a:ext>
            </a:extLst>
          </p:cNvPr>
          <p:cNvCxnSpPr>
            <a:cxnSpLocks/>
          </p:cNvCxnSpPr>
          <p:nvPr/>
        </p:nvCxnSpPr>
        <p:spPr>
          <a:xfrm>
            <a:off x="1505494" y="1773282"/>
            <a:ext cx="20704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C70973-B93A-5025-9539-BBCEDC64271F}"/>
              </a:ext>
            </a:extLst>
          </p:cNvPr>
          <p:cNvCxnSpPr>
            <a:cxnSpLocks/>
          </p:cNvCxnSpPr>
          <p:nvPr/>
        </p:nvCxnSpPr>
        <p:spPr>
          <a:xfrm>
            <a:off x="3735705" y="4203516"/>
            <a:ext cx="20704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D746C3-8434-3ACC-C9CC-695A8940B88B}"/>
                  </a:ext>
                </a:extLst>
              </p:cNvPr>
              <p:cNvSpPr txBox="1"/>
              <p:nvPr/>
            </p:nvSpPr>
            <p:spPr>
              <a:xfrm>
                <a:off x="2778251" y="1903952"/>
                <a:ext cx="639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D746C3-8434-3ACC-C9CC-695A8940B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251" y="1903952"/>
                <a:ext cx="639727" cy="276999"/>
              </a:xfrm>
              <a:prstGeom prst="rect">
                <a:avLst/>
              </a:prstGeom>
              <a:blipFill>
                <a:blip r:embed="rId3"/>
                <a:stretch>
                  <a:fillRect l="-9524" r="-4762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DB288C-7683-C675-8BBE-743DB0B702FA}"/>
                  </a:ext>
                </a:extLst>
              </p:cNvPr>
              <p:cNvSpPr txBox="1"/>
              <p:nvPr/>
            </p:nvSpPr>
            <p:spPr>
              <a:xfrm>
                <a:off x="4104892" y="3876107"/>
                <a:ext cx="6348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DB288C-7683-C675-8BBE-743DB0B70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892" y="3876107"/>
                <a:ext cx="634853" cy="276999"/>
              </a:xfrm>
              <a:prstGeom prst="rect">
                <a:avLst/>
              </a:prstGeom>
              <a:blipFill>
                <a:blip r:embed="rId4"/>
                <a:stretch>
                  <a:fillRect l="-5714" r="-381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5CF6F6-4E3A-F1AF-AE32-3A1C4FF2540C}"/>
              </a:ext>
            </a:extLst>
          </p:cNvPr>
          <p:cNvCxnSpPr>
            <a:cxnSpLocks/>
          </p:cNvCxnSpPr>
          <p:nvPr/>
        </p:nvCxnSpPr>
        <p:spPr>
          <a:xfrm>
            <a:off x="1505493" y="1684835"/>
            <a:ext cx="20704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805F4D-21FB-8EBD-300C-00150493E1C8}"/>
                  </a:ext>
                </a:extLst>
              </p:cNvPr>
              <p:cNvSpPr txBox="1"/>
              <p:nvPr/>
            </p:nvSpPr>
            <p:spPr>
              <a:xfrm>
                <a:off x="2220860" y="3766770"/>
                <a:ext cx="45999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805F4D-21FB-8EBD-300C-00150493E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860" y="3766770"/>
                <a:ext cx="459998" cy="289182"/>
              </a:xfrm>
              <a:prstGeom prst="rect">
                <a:avLst/>
              </a:prstGeom>
              <a:blipFill>
                <a:blip r:embed="rId5"/>
                <a:stretch>
                  <a:fillRect l="-11842" r="-6579" b="-14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41475B-A02A-4261-DA35-C52FB72E880E}"/>
                  </a:ext>
                </a:extLst>
              </p:cNvPr>
              <p:cNvSpPr txBox="1"/>
              <p:nvPr/>
            </p:nvSpPr>
            <p:spPr>
              <a:xfrm>
                <a:off x="4618438" y="2582593"/>
                <a:ext cx="45999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41475B-A02A-4261-DA35-C52FB72E8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438" y="2582593"/>
                <a:ext cx="459998" cy="289182"/>
              </a:xfrm>
              <a:prstGeom prst="rect">
                <a:avLst/>
              </a:prstGeom>
              <a:blipFill>
                <a:blip r:embed="rId6"/>
                <a:stretch>
                  <a:fillRect l="-13333" r="-8000" b="-14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33365-A089-FD86-902D-92F005AE4663}"/>
                  </a:ext>
                </a:extLst>
              </p:cNvPr>
              <p:cNvSpPr txBox="1"/>
              <p:nvPr/>
            </p:nvSpPr>
            <p:spPr>
              <a:xfrm>
                <a:off x="3606830" y="1546335"/>
                <a:ext cx="2492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33365-A089-FD86-902D-92F005AE4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830" y="1546335"/>
                <a:ext cx="249299" cy="276999"/>
              </a:xfrm>
              <a:prstGeom prst="rect">
                <a:avLst/>
              </a:prstGeom>
              <a:blipFill>
                <a:blip r:embed="rId7"/>
                <a:stretch>
                  <a:fillRect l="-24390" r="-19512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EF2932-7135-D726-1DEE-5DFA01DDCD8F}"/>
                  </a:ext>
                </a:extLst>
              </p:cNvPr>
              <p:cNvSpPr txBox="1"/>
              <p:nvPr/>
            </p:nvSpPr>
            <p:spPr>
              <a:xfrm>
                <a:off x="5813516" y="4164350"/>
                <a:ext cx="244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EF2932-7135-D726-1DEE-5DFA01DDC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516" y="4164350"/>
                <a:ext cx="244426" cy="276999"/>
              </a:xfrm>
              <a:prstGeom prst="rect">
                <a:avLst/>
              </a:prstGeom>
              <a:blipFill>
                <a:blip r:embed="rId8"/>
                <a:stretch>
                  <a:fillRect l="-15000"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4FEE8E-90F3-EAEF-3F16-DA05DE92646B}"/>
              </a:ext>
            </a:extLst>
          </p:cNvPr>
          <p:cNvCxnSpPr>
            <a:cxnSpLocks/>
          </p:cNvCxnSpPr>
          <p:nvPr/>
        </p:nvCxnSpPr>
        <p:spPr>
          <a:xfrm>
            <a:off x="3735705" y="4302850"/>
            <a:ext cx="20704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77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7D831E540574DB87FB211B96A5724" ma:contentTypeVersion="15" ma:contentTypeDescription="Create a new document." ma:contentTypeScope="" ma:versionID="ac4d1733cd971299478957732fab6994">
  <xsd:schema xmlns:xsd="http://www.w3.org/2001/XMLSchema" xmlns:xs="http://www.w3.org/2001/XMLSchema" xmlns:p="http://schemas.microsoft.com/office/2006/metadata/properties" xmlns:ns3="56acf743-dd93-4f40-a6b5-d08457b1c17d" xmlns:ns4="94c9b25d-6b4f-4a82-ae36-b7a3da61c581" targetNamespace="http://schemas.microsoft.com/office/2006/metadata/properties" ma:root="true" ma:fieldsID="ecea68366019b582f40399930701adeb" ns3:_="" ns4:_="">
    <xsd:import namespace="56acf743-dd93-4f40-a6b5-d08457b1c17d"/>
    <xsd:import namespace="94c9b25d-6b4f-4a82-ae36-b7a3da61c58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acf743-dd93-4f40-a6b5-d08457b1c1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9b25d-6b4f-4a82-ae36-b7a3da61c58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5C783A-AAF9-4399-BDAD-32026BA8A37F}">
  <ds:schemaRefs>
    <ds:schemaRef ds:uri="http://purl.org/dc/terms/"/>
    <ds:schemaRef ds:uri="56acf743-dd93-4f40-a6b5-d08457b1c17d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94c9b25d-6b4f-4a82-ae36-b7a3da61c581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1E3BE77-2888-4235-81AF-09F54B632A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acf743-dd93-4f40-a6b5-d08457b1c17d"/>
    <ds:schemaRef ds:uri="94c9b25d-6b4f-4a82-ae36-b7a3da61c5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DABB61-409D-42AB-B928-B49618ED0B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Ma, Haitong</dc:creator>
  <cp:lastModifiedBy>Ma, Haitong</cp:lastModifiedBy>
  <cp:revision>4</cp:revision>
  <dcterms:created xsi:type="dcterms:W3CDTF">2024-05-07T15:28:43Z</dcterms:created>
  <dcterms:modified xsi:type="dcterms:W3CDTF">2024-05-14T17:20:02Z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0x010100A687D831E540574DB87FB211B96A5724</vt:lpwstr>
  </property>
</Properties>
</file>